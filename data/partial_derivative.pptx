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630" r:id="rId3"/>
    <p:sldId id="480" r:id="rId4"/>
    <p:sldId id="511" r:id="rId5"/>
    <p:sldId id="629" r:id="rId6"/>
    <p:sldId id="512" r:id="rId7"/>
    <p:sldId id="519" r:id="rId8"/>
    <p:sldId id="640" r:id="rId9"/>
    <p:sldId id="523" r:id="rId10"/>
    <p:sldId id="638" r:id="rId11"/>
    <p:sldId id="1482" r:id="rId12"/>
    <p:sldId id="642" r:id="rId13"/>
    <p:sldId id="526" r:id="rId14"/>
    <p:sldId id="525" r:id="rId15"/>
    <p:sldId id="813" r:id="rId16"/>
    <p:sldId id="527" r:id="rId17"/>
    <p:sldId id="1362" r:id="rId18"/>
  </p:sldIdLst>
  <p:sldSz cx="9144000" cy="6858000" type="screen4x3"/>
  <p:notesSz cx="6858000" cy="9144000"/>
  <p:custDataLst>
    <p:tags r:id="rId24"/>
  </p:custDataLst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500" b="1" i="0" u="none" kern="1200" baseline="0">
        <a:solidFill>
          <a:srgbClr val="FFFFFF"/>
        </a:solidFill>
        <a:latin typeface="Times New Roman" panose="02020603050405020304" pitchFamily="18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500" b="1" i="0" u="none" kern="1200" baseline="0">
        <a:solidFill>
          <a:srgbClr val="FFFFFF"/>
        </a:solidFill>
        <a:latin typeface="Times New Roman" panose="02020603050405020304" pitchFamily="18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500" b="1" i="0" u="none" kern="1200" baseline="0">
        <a:solidFill>
          <a:srgbClr val="FFFFFF"/>
        </a:solidFill>
        <a:latin typeface="Times New Roman" panose="02020603050405020304" pitchFamily="18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500" b="1" i="0" u="none" kern="1200" baseline="0">
        <a:solidFill>
          <a:srgbClr val="FFFFFF"/>
        </a:solidFill>
        <a:latin typeface="Times New Roman" panose="02020603050405020304" pitchFamily="18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500" b="1" i="0" u="none" kern="1200" baseline="0">
        <a:solidFill>
          <a:srgbClr val="FFFFFF"/>
        </a:solidFill>
        <a:latin typeface="Times New Roman" panose="02020603050405020304" pitchFamily="18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500" b="1" i="0" u="none" kern="1200" baseline="0">
        <a:solidFill>
          <a:srgbClr val="FFFFFF"/>
        </a:solidFill>
        <a:latin typeface="Times New Roman" panose="02020603050405020304" pitchFamily="18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500" b="1" i="0" u="none" kern="1200" baseline="0">
        <a:solidFill>
          <a:srgbClr val="FFFFFF"/>
        </a:solidFill>
        <a:latin typeface="Times New Roman" panose="02020603050405020304" pitchFamily="18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500" b="1" i="0" u="none" kern="1200" baseline="0">
        <a:solidFill>
          <a:srgbClr val="FFFFFF"/>
        </a:solidFill>
        <a:latin typeface="Times New Roman" panose="02020603050405020304" pitchFamily="18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500" b="1" i="0" u="none" kern="1200" baseline="0">
        <a:solidFill>
          <a:srgbClr val="FFFFFF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6600"/>
    <a:srgbClr val="CC9900"/>
    <a:srgbClr val="339933"/>
    <a:srgbClr val="C0FEF9"/>
    <a:srgbClr val="CECECE"/>
    <a:srgbClr val="3229A9"/>
    <a:srgbClr val="73BEF1"/>
    <a:srgbClr val="1274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3988"/>
    <p:restoredTop sz="94576"/>
  </p:normalViewPr>
  <p:slideViewPr>
    <p:cSldViewPr showGuides="1">
      <p:cViewPr varScale="1">
        <p:scale>
          <a:sx n="97" d="100"/>
          <a:sy n="97" d="100"/>
        </p:scale>
        <p:origin x="432" y="12"/>
      </p:cViewPr>
      <p:guideLst>
        <p:guide orient="horz" pos="20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7" Type="http://schemas.openxmlformats.org/officeDocument/2006/relationships/image" Target="../media/image51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77.wmf"/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4" Type="http://schemas.openxmlformats.org/officeDocument/2006/relationships/image" Target="../media/image82.wmf"/><Relationship Id="rId13" Type="http://schemas.openxmlformats.org/officeDocument/2006/relationships/image" Target="../media/image81.wmf"/><Relationship Id="rId12" Type="http://schemas.openxmlformats.org/officeDocument/2006/relationships/image" Target="../media/image80.wmf"/><Relationship Id="rId11" Type="http://schemas.openxmlformats.org/officeDocument/2006/relationships/image" Target="../media/image79.wmf"/><Relationship Id="rId10" Type="http://schemas.openxmlformats.org/officeDocument/2006/relationships/image" Target="../media/image78.wmf"/><Relationship Id="rId1" Type="http://schemas.openxmlformats.org/officeDocument/2006/relationships/image" Target="../media/image6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/>
          <p:nvPr/>
        </p:nvSpPr>
        <p:spPr>
          <a:xfrm>
            <a:off x="3332163" y="4121150"/>
            <a:ext cx="638175" cy="635000"/>
          </a:xfrm>
          <a:prstGeom prst="rect">
            <a:avLst/>
          </a:prstGeom>
          <a:noFill/>
          <a:ln w="9525">
            <a:noFill/>
          </a:ln>
        </p:spPr>
        <p:txBody>
          <a:bodyPr wrap="none" lIns="90488" tIns="44450" rIns="90488" bIns="44450" anchor="t" anchorCtr="0">
            <a:spAutoFit/>
          </a:bodyPr>
          <a:p>
            <a:pPr lvl="0"/>
            <a:fld id="{9A0DB2DC-4C9A-4742-B13C-FB6460FD3503}" type="slidenum">
              <a:rPr lang="en-US" altLang="en-US" b="0" dirty="0">
                <a:solidFill>
                  <a:schemeClr val="tx1"/>
                </a:solidFill>
              </a:rPr>
            </a:fld>
            <a:endParaRPr lang="en-US" altLang="en-US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488" tIns="44450" rIns="90488" bIns="4445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099" name="Rectangle 3"/>
          <p:cNvSpPr>
            <a:spLocks noTextEdit="1"/>
          </p:cNvSpPr>
          <p:nvPr>
            <p:ph type="sldImg"/>
          </p:nvPr>
        </p:nvSpPr>
        <p:spPr>
          <a:xfrm>
            <a:off x="1149350" y="692150"/>
            <a:ext cx="4559300" cy="34163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26"/>
          <p:cNvSpPr/>
          <p:nvPr/>
        </p:nvSpPr>
        <p:spPr>
          <a:xfrm>
            <a:off x="4479925" y="2982913"/>
            <a:ext cx="628650" cy="625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2051" name="Rectangle 1036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gradFill rotWithShape="1">
            <a:gsLst>
              <a:gs pos="0">
                <a:srgbClr val="3229A9"/>
              </a:gs>
              <a:gs pos="100000">
                <a:srgbClr val="73BEF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2052" name="Rectangle 10"/>
          <p:cNvSpPr/>
          <p:nvPr/>
        </p:nvSpPr>
        <p:spPr>
          <a:xfrm>
            <a:off x="0" y="6386513"/>
            <a:ext cx="9144000" cy="485775"/>
          </a:xfrm>
          <a:prstGeom prst="rect">
            <a:avLst/>
          </a:prstGeom>
          <a:gradFill rotWithShape="1">
            <a:gsLst>
              <a:gs pos="0">
                <a:srgbClr val="3229A9"/>
              </a:gs>
              <a:gs pos="100000">
                <a:srgbClr val="73BEF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en-US" b="0" dirty="0">
              <a:latin typeface="Times New Roman" panose="02020603050405020304" pitchFamily="18" charset="0"/>
            </a:endParaRPr>
          </a:p>
        </p:txBody>
      </p:sp>
      <p:pic>
        <p:nvPicPr>
          <p:cNvPr id="2053" name="Picture 16" descr="Pearson_Bound_Whit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27850" y="6386513"/>
            <a:ext cx="1530350" cy="493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16"/>
          <p:cNvSpPr/>
          <p:nvPr/>
        </p:nvSpPr>
        <p:spPr>
          <a:xfrm>
            <a:off x="8135938" y="6303963"/>
            <a:ext cx="842962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0" hangingPunct="0"/>
            <a:fld id="{9A0DB2DC-4C9A-4742-B13C-FB6460FD3503}" type="slidenum">
              <a:rPr lang="en-US" altLang="en-US" sz="1000" dirty="0">
                <a:latin typeface="Arial" panose="020B0604020202020204" pitchFamily="34" charset="0"/>
              </a:rPr>
            </a:fld>
            <a:endParaRPr lang="en-US" altLang="en-US" sz="1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2055" name="Picture 18" descr="Pearson_Strap_Bound_Whit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86513"/>
            <a:ext cx="1762125" cy="493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Footer Placeholder 5"/>
          <p:cNvSpPr txBox="1"/>
          <p:nvPr/>
        </p:nvSpPr>
        <p:spPr bwMode="auto">
          <a:xfrm>
            <a:off x="3124200" y="6526213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Copyright © 2017 Pearson Education, Inc. </a:t>
            </a:r>
            <a:endParaRPr kumimoji="0" lang="en-US" altLang="en-US" sz="9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87046" name="Rectangle 103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 sz="6000"/>
            </a:lvl1pPr>
          </a:lstStyle>
          <a:p>
            <a:pPr lvl="0" fontAlgn="base"/>
            <a:r>
              <a:rPr lang="en-US" altLang="en-US" strike="noStrike" noProof="0" smtClean="0"/>
              <a:t>Click to edit Master title style</a:t>
            </a:r>
            <a:endParaRPr lang="en-US" altLang="en-US" strike="noStrike" noProof="0" smtClean="0"/>
          </a:p>
        </p:txBody>
      </p:sp>
      <p:sp>
        <p:nvSpPr>
          <p:cNvPr id="87047" name="Rectangle 103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rgbClr val="1274B6"/>
                </a:solidFill>
              </a:defRPr>
            </a:lvl1pPr>
          </a:lstStyle>
          <a:p>
            <a:pPr lvl="0" fontAlgn="base"/>
            <a:r>
              <a:rPr lang="en-US" altLang="en-US" strike="noStrike" noProof="0" smtClean="0"/>
              <a:t>Click to edit Master subtitle style</a:t>
            </a:r>
            <a:endParaRPr lang="en-US" altLang="en-US" strike="noStrike" noProof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emf"/><Relationship Id="rId8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/>
          <p:nvPr/>
        </p:nvSpPr>
        <p:spPr>
          <a:xfrm>
            <a:off x="4479925" y="2982913"/>
            <a:ext cx="628650" cy="625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1027" name="Rectangle 7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8" name="Rectangle 8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1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gradFill rotWithShape="1">
            <a:gsLst>
              <a:gs pos="0">
                <a:srgbClr val="3229A9"/>
              </a:gs>
              <a:gs pos="100000">
                <a:srgbClr val="73BEF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0"/>
          <p:cNvSpPr/>
          <p:nvPr/>
        </p:nvSpPr>
        <p:spPr>
          <a:xfrm>
            <a:off x="0" y="6386513"/>
            <a:ext cx="9144000" cy="485775"/>
          </a:xfrm>
          <a:prstGeom prst="rect">
            <a:avLst/>
          </a:prstGeom>
          <a:gradFill rotWithShape="1">
            <a:gsLst>
              <a:gs pos="0">
                <a:srgbClr val="3229A9"/>
              </a:gs>
              <a:gs pos="100000">
                <a:srgbClr val="73BEF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en-US" b="0" dirty="0">
              <a:latin typeface="Times New Roman" panose="02020603050405020304" pitchFamily="18" charset="0"/>
            </a:endParaRPr>
          </a:p>
        </p:txBody>
      </p:sp>
      <p:pic>
        <p:nvPicPr>
          <p:cNvPr id="1031" name="Picture 9" descr="Pearson_Bound_Whit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927850" y="6386513"/>
            <a:ext cx="1530350" cy="493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2" name="Rectangle 10"/>
          <p:cNvSpPr/>
          <p:nvPr/>
        </p:nvSpPr>
        <p:spPr>
          <a:xfrm>
            <a:off x="8135938" y="6303963"/>
            <a:ext cx="842962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0" hangingPunct="0"/>
            <a:fld id="{9A0DB2DC-4C9A-4742-B13C-FB6460FD3503}" type="slidenum">
              <a:rPr lang="en-US" altLang="en-US" sz="1000" dirty="0">
                <a:latin typeface="Arial" panose="020B0604020202020204" pitchFamily="34" charset="0"/>
              </a:rPr>
            </a:fld>
            <a:endParaRPr lang="en-US" altLang="en-US" sz="10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033" name="Picture 9" descr="Pearson_Strap_Bound_Whit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386513"/>
            <a:ext cx="1762125" cy="493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Footer Placeholder 5"/>
          <p:cNvSpPr txBox="1"/>
          <p:nvPr/>
        </p:nvSpPr>
        <p:spPr bwMode="auto">
          <a:xfrm>
            <a:off x="3200400" y="6526213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Copyright © 2017 Pearson Education, Inc. </a:t>
            </a:r>
            <a:endParaRPr kumimoji="0" lang="en-US" altLang="en-US" sz="9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229A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229A9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229A9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229A9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229A9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229A9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229A9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229A9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229A9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1274B6"/>
        </a:buClr>
        <a:buSzPct val="7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1274B6"/>
        </a:buClr>
        <a:buSzPct val="70000"/>
        <a:buFont typeface="Wingdings" panose="05000000000000000000" pitchFamily="2" charset="2"/>
        <a:buChar char="q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1274B6"/>
        </a:buClr>
        <a:buSzPct val="70000"/>
        <a:buFont typeface="Wingdings" panose="05000000000000000000" pitchFamily="2" charset="2"/>
        <a:buChar char="q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1274B6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1274B6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1274B6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1274B6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1274B6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1274B6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0.wmf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5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4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9" Type="http://schemas.openxmlformats.org/officeDocument/2006/relationships/vmlDrawing" Target="../drawings/vmlDrawing2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30.wmf"/><Relationship Id="rId16" Type="http://schemas.openxmlformats.org/officeDocument/2006/relationships/oleObject" Target="../embeddings/oleObject8.bin"/><Relationship Id="rId15" Type="http://schemas.openxmlformats.org/officeDocument/2006/relationships/image" Target="../media/image29.png"/><Relationship Id="rId14" Type="http://schemas.openxmlformats.org/officeDocument/2006/relationships/image" Target="../media/image28.png"/><Relationship Id="rId13" Type="http://schemas.openxmlformats.org/officeDocument/2006/relationships/image" Target="../media/image27.png"/><Relationship Id="rId12" Type="http://schemas.openxmlformats.org/officeDocument/2006/relationships/image" Target="../media/image26.png"/><Relationship Id="rId11" Type="http://schemas.openxmlformats.org/officeDocument/2006/relationships/image" Target="../media/image25.wmf"/><Relationship Id="rId10" Type="http://schemas.openxmlformats.org/officeDocument/2006/relationships/oleObject" Target="../embeddings/oleObject7.bin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wmf"/><Relationship Id="rId8" Type="http://schemas.openxmlformats.org/officeDocument/2006/relationships/oleObject" Target="../embeddings/oleObject12.bin"/><Relationship Id="rId7" Type="http://schemas.openxmlformats.org/officeDocument/2006/relationships/image" Target="../media/image47.wmf"/><Relationship Id="rId6" Type="http://schemas.openxmlformats.org/officeDocument/2006/relationships/oleObject" Target="../embeddings/oleObject11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10.bin"/><Relationship Id="rId3" Type="http://schemas.openxmlformats.org/officeDocument/2006/relationships/image" Target="../media/image45.wmf"/><Relationship Id="rId2" Type="http://schemas.openxmlformats.org/officeDocument/2006/relationships/oleObject" Target="../embeddings/oleObject9.bin"/><Relationship Id="rId19" Type="http://schemas.openxmlformats.org/officeDocument/2006/relationships/vmlDrawing" Target="../drawings/vmlDrawing3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52.wmf"/><Relationship Id="rId16" Type="http://schemas.openxmlformats.org/officeDocument/2006/relationships/oleObject" Target="../embeddings/oleObject16.bin"/><Relationship Id="rId15" Type="http://schemas.openxmlformats.org/officeDocument/2006/relationships/image" Target="../media/image51.wmf"/><Relationship Id="rId14" Type="http://schemas.openxmlformats.org/officeDocument/2006/relationships/oleObject" Target="../embeddings/oleObject15.bin"/><Relationship Id="rId13" Type="http://schemas.openxmlformats.org/officeDocument/2006/relationships/image" Target="../media/image50.wmf"/><Relationship Id="rId12" Type="http://schemas.openxmlformats.org/officeDocument/2006/relationships/oleObject" Target="../embeddings/oleObject14.bin"/><Relationship Id="rId11" Type="http://schemas.openxmlformats.org/officeDocument/2006/relationships/image" Target="../media/image49.wmf"/><Relationship Id="rId10" Type="http://schemas.openxmlformats.org/officeDocument/2006/relationships/oleObject" Target="../embeddings/oleObject13.bin"/><Relationship Id="rId1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wmf"/><Relationship Id="rId8" Type="http://schemas.openxmlformats.org/officeDocument/2006/relationships/oleObject" Target="../embeddings/oleObject18.bin"/><Relationship Id="rId7" Type="http://schemas.openxmlformats.org/officeDocument/2006/relationships/image" Target="../media/image64.wmf"/><Relationship Id="rId6" Type="http://schemas.openxmlformats.org/officeDocument/2006/relationships/oleObject" Target="../embeddings/oleObject17.bin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6.png"/><Relationship Id="rId1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72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70.wmf"/><Relationship Id="rId31" Type="http://schemas.openxmlformats.org/officeDocument/2006/relationships/vmlDrawing" Target="../drawings/vmlDrawing5.vml"/><Relationship Id="rId30" Type="http://schemas.openxmlformats.org/officeDocument/2006/relationships/slideLayout" Target="../slideLayouts/slideLayout3.xml"/><Relationship Id="rId3" Type="http://schemas.openxmlformats.org/officeDocument/2006/relationships/oleObject" Target="../embeddings/oleObject20.bin"/><Relationship Id="rId29" Type="http://schemas.openxmlformats.org/officeDocument/2006/relationships/image" Target="../media/image82.wmf"/><Relationship Id="rId28" Type="http://schemas.openxmlformats.org/officeDocument/2006/relationships/oleObject" Target="../embeddings/oleObject33.bin"/><Relationship Id="rId27" Type="http://schemas.openxmlformats.org/officeDocument/2006/relationships/image" Target="../media/image81.wmf"/><Relationship Id="rId26" Type="http://schemas.openxmlformats.org/officeDocument/2006/relationships/oleObject" Target="../embeddings/oleObject32.bin"/><Relationship Id="rId25" Type="http://schemas.openxmlformats.org/officeDocument/2006/relationships/oleObject" Target="../embeddings/oleObject31.bin"/><Relationship Id="rId24" Type="http://schemas.openxmlformats.org/officeDocument/2006/relationships/image" Target="../media/image80.wmf"/><Relationship Id="rId23" Type="http://schemas.openxmlformats.org/officeDocument/2006/relationships/oleObject" Target="../embeddings/oleObject30.bin"/><Relationship Id="rId22" Type="http://schemas.openxmlformats.org/officeDocument/2006/relationships/image" Target="../media/image79.wmf"/><Relationship Id="rId21" Type="http://schemas.openxmlformats.org/officeDocument/2006/relationships/oleObject" Target="../embeddings/oleObject29.bin"/><Relationship Id="rId20" Type="http://schemas.openxmlformats.org/officeDocument/2006/relationships/image" Target="../media/image78.wmf"/><Relationship Id="rId2" Type="http://schemas.openxmlformats.org/officeDocument/2006/relationships/image" Target="../media/image69.wmf"/><Relationship Id="rId19" Type="http://schemas.openxmlformats.org/officeDocument/2006/relationships/oleObject" Target="../embeddings/oleObject28.bin"/><Relationship Id="rId18" Type="http://schemas.openxmlformats.org/officeDocument/2006/relationships/image" Target="../media/image77.wmf"/><Relationship Id="rId17" Type="http://schemas.openxmlformats.org/officeDocument/2006/relationships/oleObject" Target="../embeddings/oleObject27.bin"/><Relationship Id="rId16" Type="http://schemas.openxmlformats.org/officeDocument/2006/relationships/image" Target="../media/image76.wmf"/><Relationship Id="rId15" Type="http://schemas.openxmlformats.org/officeDocument/2006/relationships/oleObject" Target="../embeddings/oleObject26.bin"/><Relationship Id="rId14" Type="http://schemas.openxmlformats.org/officeDocument/2006/relationships/image" Target="../media/image75.wmf"/><Relationship Id="rId13" Type="http://schemas.openxmlformats.org/officeDocument/2006/relationships/oleObject" Target="../embeddings/oleObject25.bin"/><Relationship Id="rId12" Type="http://schemas.openxmlformats.org/officeDocument/2006/relationships/image" Target="../media/image74.w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19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6.wmf"/><Relationship Id="rId6" Type="http://schemas.openxmlformats.org/officeDocument/2006/relationships/oleObject" Target="../embeddings/oleObject36.bin"/><Relationship Id="rId5" Type="http://schemas.openxmlformats.org/officeDocument/2006/relationships/image" Target="../media/image85.wmf"/><Relationship Id="rId4" Type="http://schemas.openxmlformats.org/officeDocument/2006/relationships/oleObject" Target="../embeddings/oleObject35.bin"/><Relationship Id="rId3" Type="http://schemas.openxmlformats.org/officeDocument/2006/relationships/image" Target="../media/image84.wmf"/><Relationship Id="rId2" Type="http://schemas.openxmlformats.org/officeDocument/2006/relationships/oleObject" Target="../embeddings/oleObject34.bin"/><Relationship Id="rId1" Type="http://schemas.openxmlformats.org/officeDocument/2006/relationships/image" Target="../media/image8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0">
          <a:gsLst>
            <a:gs pos="0">
              <a:srgbClr val="03D4A8">
                <a:alpha val="100000"/>
              </a:srgbClr>
            </a:gs>
            <a:gs pos="25000">
              <a:srgbClr val="21D6E0">
                <a:alpha val="100000"/>
              </a:srgbClr>
            </a:gs>
            <a:gs pos="75000">
              <a:srgbClr val="0087E6">
                <a:alpha val="100000"/>
              </a:srgbClr>
            </a:gs>
            <a:gs pos="100000">
              <a:srgbClr val="005CBF">
                <a:alpha val="100000"/>
              </a:srgbClr>
            </a:gs>
          </a:gsLst>
          <a:lin ang="0"/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512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013" y="838200"/>
            <a:ext cx="4371975" cy="518160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Grp="1"/>
          </p:cNvSpPr>
          <p:nvPr>
            <p:ph type="ctrTitle" sz="quarter"/>
          </p:nvPr>
        </p:nvSpPr>
        <p:spPr>
          <a:xfrm>
            <a:off x="685800" y="1600200"/>
            <a:ext cx="7772400" cy="1143000"/>
          </a:xfrm>
        </p:spPr>
        <p:txBody>
          <a:bodyPr vert="horz" wrap="square" lIns="91440" tIns="45720" rIns="91440" bIns="45720" anchor="ctr" anchorCtr="0"/>
          <a:p>
            <a:pPr>
              <a:buClrTx/>
              <a:buSzTx/>
              <a:buFontTx/>
            </a:pPr>
            <a:r>
              <a:rPr lang="en-US" altLang="en-US" b="1" dirty="0">
                <a:latin typeface="+mj-lt"/>
                <a:ea typeface="+mj-ea"/>
                <a:cs typeface="+mj-cs"/>
              </a:rPr>
              <a:t>Chapter 14</a:t>
            </a:r>
            <a:endParaRPr lang="en-US" altLang="en-US" b="1" dirty="0">
              <a:latin typeface="+mj-lt"/>
              <a:ea typeface="+mj-ea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subTitle" sz="quarter" idx="1"/>
          </p:nvPr>
        </p:nvSpPr>
        <p:spPr>
          <a:xfrm>
            <a:off x="1371600" y="3200400"/>
            <a:ext cx="6400800" cy="1752600"/>
          </a:xfrm>
        </p:spPr>
        <p:txBody>
          <a:bodyPr vert="horz" wrap="square" lIns="91440" tIns="45720" rIns="91440" bIns="45720" anchor="t" anchorCtr="0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274B6"/>
              </a:buClr>
              <a:buSzPct val="70000"/>
              <a:buFont typeface="Wingdings" panose="05000000000000000000" pitchFamily="2" charset="2"/>
              <a:buNone/>
            </a:pPr>
            <a:r>
              <a:rPr kumimoji="0" lang="en-US" altLang="en-US" sz="3200" b="1" i="0" u="none" strike="noStrike" kern="0" cap="none" spc="0" normalizeH="0" baseline="0" noProof="1" dirty="0">
                <a:solidFill>
                  <a:srgbClr val="1274B6"/>
                </a:solidFill>
                <a:latin typeface="+mn-lt"/>
                <a:ea typeface="+mn-ea"/>
                <a:cs typeface="+mn-cs"/>
              </a:rPr>
              <a:t>Partial Derivatives</a:t>
            </a:r>
            <a:endParaRPr kumimoji="0" lang="en-US" altLang="zh-CN" sz="3200" b="1" i="0" u="none" strike="noStrike" kern="0" cap="none" spc="0" normalizeH="0" baseline="0" noProof="1" dirty="0">
              <a:solidFill>
                <a:srgbClr val="1274B6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274B6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3200" b="1" i="0" u="none" strike="noStrike" kern="0" cap="none" spc="0" normalizeH="0" baseline="0" noProof="1" dirty="0">
                <a:solidFill>
                  <a:srgbClr val="1274B6"/>
                </a:solidFill>
                <a:latin typeface="+mn-lt"/>
                <a:ea typeface="宋体" panose="02010600030101010101" pitchFamily="2" charset="-122"/>
                <a:cs typeface="+mn-cs"/>
              </a:rPr>
              <a:t>偏导数</a:t>
            </a:r>
            <a:endParaRPr kumimoji="0" lang="zh-CN" altLang="en-US" sz="3200" b="1" i="0" u="none" strike="noStrike" kern="0" cap="none" spc="0" normalizeH="0" baseline="0" noProof="1" dirty="0">
              <a:solidFill>
                <a:srgbClr val="1274B6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/>
          </p:cNvSpPr>
          <p:nvPr>
            <p:ph type="ctrTitle" sz="quarter"/>
          </p:nvPr>
        </p:nvSpPr>
        <p:spPr>
          <a:xfrm>
            <a:off x="685800" y="1447800"/>
            <a:ext cx="7772400" cy="1143000"/>
          </a:xfrm>
        </p:spPr>
        <p:txBody>
          <a:bodyPr vert="horz" wrap="square" lIns="91440" tIns="45720" rIns="91440" bIns="45720" anchor="ctr" anchorCtr="0"/>
          <a:p>
            <a:pPr>
              <a:buClrTx/>
              <a:buSzTx/>
              <a:buFontTx/>
            </a:pPr>
            <a:r>
              <a:rPr lang="en-US" altLang="en-US" b="1" dirty="0">
                <a:latin typeface="+mj-lt"/>
                <a:ea typeface="+mj-ea"/>
                <a:cs typeface="+mj-cs"/>
              </a:rPr>
              <a:t>14.3</a:t>
            </a:r>
            <a:endParaRPr lang="en-US" altLang="en-US" b="1" dirty="0">
              <a:latin typeface="+mj-lt"/>
              <a:ea typeface="+mj-ea"/>
              <a:cs typeface="+mj-cs"/>
            </a:endParaRPr>
          </a:p>
        </p:txBody>
      </p:sp>
      <p:sp>
        <p:nvSpPr>
          <p:cNvPr id="40963" name="Rectangle 3"/>
          <p:cNvSpPr>
            <a:spLocks noGrp="1"/>
          </p:cNvSpPr>
          <p:nvPr>
            <p:ph type="subTitle" sz="quarter" idx="1"/>
          </p:nvPr>
        </p:nvSpPr>
        <p:spPr>
          <a:xfrm>
            <a:off x="1447800" y="2743200"/>
            <a:ext cx="6400800" cy="1752600"/>
          </a:xfrm>
        </p:spPr>
        <p:txBody>
          <a:bodyPr vert="horz" wrap="square" lIns="91440" tIns="45720" rIns="91440" bIns="45720" anchor="t" anchorCtr="0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274B6"/>
              </a:buClr>
              <a:buSzPct val="70000"/>
              <a:buFont typeface="Wingdings" panose="05000000000000000000" pitchFamily="2" charset="2"/>
              <a:buNone/>
            </a:pPr>
            <a:r>
              <a:rPr kumimoji="0" lang="en-US" altLang="en-US" sz="3200" b="1" i="0" u="none" strike="noStrike" kern="0" cap="none" spc="0" normalizeH="0" baseline="0" noProof="1" dirty="0">
                <a:solidFill>
                  <a:srgbClr val="1274B6"/>
                </a:solidFill>
                <a:latin typeface="+mn-lt"/>
                <a:ea typeface="+mn-ea"/>
                <a:cs typeface="+mn-cs"/>
              </a:rPr>
              <a:t>Partial Derivatives</a:t>
            </a:r>
            <a:endParaRPr kumimoji="0" lang="en-US" altLang="zh-CN" sz="3200" b="1" i="0" u="none" strike="noStrike" kern="0" cap="none" spc="0" normalizeH="0" baseline="0" noProof="1" dirty="0">
              <a:solidFill>
                <a:srgbClr val="1274B6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274B6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3200" b="1" i="0" u="none" strike="noStrike" kern="0" cap="none" spc="0" normalizeH="0" baseline="0" noProof="1" dirty="0">
                <a:solidFill>
                  <a:srgbClr val="1274B6"/>
                </a:solidFill>
                <a:latin typeface="+mn-lt"/>
                <a:ea typeface="宋体" panose="02010600030101010101" pitchFamily="2" charset="-122"/>
                <a:cs typeface="+mn-cs"/>
              </a:rPr>
              <a:t>偏导数</a:t>
            </a:r>
            <a:endParaRPr kumimoji="0" lang="zh-CN" altLang="en-US" sz="3200" b="1" i="0" u="none" strike="noStrike" kern="0" cap="none" spc="0" normalizeH="0" baseline="0" noProof="1" dirty="0">
              <a:solidFill>
                <a:srgbClr val="1274B6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009" name="图片 378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304800"/>
            <a:ext cx="8991600" cy="25908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37893" name="图片 378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419600"/>
            <a:ext cx="6858000" cy="49212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37894" name="图片 378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029200"/>
            <a:ext cx="2209800" cy="10922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37895" name="图片 378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048000"/>
            <a:ext cx="8763000" cy="105727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033" name="图片 409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381000"/>
            <a:ext cx="8915400" cy="25146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44034" name="图片 409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48000"/>
            <a:ext cx="5410200" cy="85407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1201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4075" y="722313"/>
          <a:ext cx="72072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2920365" imgH="279400" progId="Equation.KSEE3">
                  <p:embed/>
                </p:oleObj>
              </mc:Choice>
              <mc:Fallback>
                <p:oleObj name="" r:id="rId1" imgW="2920365" imgH="279400" progId="Equation.KSEE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4075" y="722313"/>
                        <a:ext cx="7207250" cy="688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00138" y="1647825"/>
          <a:ext cx="316547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" imgW="1282700" imgH="405765" progId="Equation.KSEE3">
                  <p:embed/>
                </p:oleObj>
              </mc:Choice>
              <mc:Fallback>
                <p:oleObj name="" r:id="rId3" imgW="1282700" imgH="405765" progId="Equation.KSEE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0138" y="1647825"/>
                        <a:ext cx="3165475" cy="1001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41813" y="1668463"/>
          <a:ext cx="1535112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5" imgW="622300" imgH="405765" progId="Equation.KSEE3">
                  <p:embed/>
                </p:oleObj>
              </mc:Choice>
              <mc:Fallback>
                <p:oleObj name="" r:id="rId5" imgW="622300" imgH="405765" progId="Equation.KSEE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41813" y="1668463"/>
                        <a:ext cx="1535112" cy="1001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03325" y="2933700"/>
          <a:ext cx="250983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7" imgW="1016000" imgH="228600" progId="Equation.KSEE3">
                  <p:embed/>
                </p:oleObj>
              </mc:Choice>
              <mc:Fallback>
                <p:oleObj name="" r:id="rId7" imgW="1016000" imgH="228600" progId="Equation.KSEE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03325" y="2933700"/>
                        <a:ext cx="2509838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41813" y="2901950"/>
          <a:ext cx="31353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9" imgW="1270000" imgH="241300" progId="Equation.KSEE3">
                  <p:embed/>
                </p:oleObj>
              </mc:Choice>
              <mc:Fallback>
                <p:oleObj name="" r:id="rId9" imgW="1270000" imgH="241300" progId="Equation.KSEE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41813" y="2901950"/>
                        <a:ext cx="3135312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06513" y="3895725"/>
          <a:ext cx="33242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1" imgW="1346200" imgH="203200" progId="Equation.KSEE3">
                  <p:embed/>
                </p:oleObj>
              </mc:Choice>
              <mc:Fallback>
                <p:oleObj name="" r:id="rId11" imgW="1346200" imgH="203200" progId="Equation.KSEE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06513" y="3895725"/>
                        <a:ext cx="332422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273" name="图片 1669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304800"/>
            <a:ext cx="4648200" cy="5588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917" name="图片 1669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1704975" cy="42862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918" name="图片 1669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762000"/>
            <a:ext cx="3124200" cy="8509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919" name="图片 1669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1706563"/>
            <a:ext cx="8915400" cy="1357312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920" name="图片 1669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297238"/>
            <a:ext cx="1028700" cy="3429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921" name="图片 1669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3200400"/>
            <a:ext cx="533400" cy="490538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922" name="图片 1669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3124200"/>
            <a:ext cx="5181600" cy="1023938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924" name="图片 1669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4191000"/>
            <a:ext cx="3124200" cy="487363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925" name="图片 1669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4038600"/>
            <a:ext cx="2286000" cy="825500"/>
          </a:xfrm>
          <a:prstGeom prst="rect">
            <a:avLst/>
          </a:prstGeom>
          <a:noFill/>
          <a:ln w="12700">
            <a:noFill/>
          </a:ln>
        </p:spPr>
      </p:pic>
      <p:graphicFrame>
        <p:nvGraphicFramePr>
          <p:cNvPr id="166926" name="对象 166925"/>
          <p:cNvGraphicFramePr/>
          <p:nvPr/>
        </p:nvGraphicFramePr>
        <p:xfrm>
          <a:off x="5943600" y="4191000"/>
          <a:ext cx="12192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0" imgW="583565" imgH="203200" progId="Equation.3">
                  <p:embed/>
                </p:oleObj>
              </mc:Choice>
              <mc:Fallback>
                <p:oleObj name="" r:id="rId10" imgW="583565" imgH="2032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43600" y="4191000"/>
                        <a:ext cx="1219200" cy="423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6927" name="图片 1669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4876800"/>
            <a:ext cx="7467600" cy="43497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928" name="图片 1669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486400"/>
            <a:ext cx="3733800" cy="465138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929" name="图片 1669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5486400"/>
            <a:ext cx="1676400" cy="46672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930" name="图片 1669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5486400"/>
            <a:ext cx="1524000" cy="468313"/>
          </a:xfrm>
          <a:prstGeom prst="rect">
            <a:avLst/>
          </a:prstGeom>
          <a:noFill/>
          <a:ln w="12700">
            <a:noFill/>
          </a:ln>
        </p:spPr>
      </p:pic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43463" y="381000"/>
          <a:ext cx="42195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6" imgW="1651000" imgH="203200" progId="Equation.KSEE3">
                  <p:embed/>
                </p:oleObj>
              </mc:Choice>
              <mc:Fallback>
                <p:oleObj name="" r:id="rId16" imgW="1651000" imgH="203200" progId="Equation.KSEE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843463" y="381000"/>
                        <a:ext cx="4219575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6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6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6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6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66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66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6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6321" name="图片 522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1000"/>
            <a:ext cx="4876800" cy="5524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229" name="图片 522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43200"/>
            <a:ext cx="4572000" cy="1855788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230" name="图片 522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4724400" cy="9652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231" name="图片 522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1219200"/>
            <a:ext cx="3505200" cy="50482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232" name="图片 522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905000"/>
            <a:ext cx="6772275" cy="547688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233" name="图片 522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2819400"/>
            <a:ext cx="1905000" cy="627063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8369" name="图片 532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81000"/>
            <a:ext cx="4419600" cy="5651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8370" name="图片 532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22860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3254" name="图片 532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89275"/>
            <a:ext cx="5221288" cy="6667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3255" name="图片 532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2971800"/>
            <a:ext cx="2971800" cy="9779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3256" name="图片 532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886200"/>
            <a:ext cx="1076325" cy="369888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3257" name="图片 532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3733800"/>
            <a:ext cx="4114800" cy="82232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3258" name="图片 5325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4724400"/>
            <a:ext cx="3276600" cy="59372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9393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638" y="442913"/>
            <a:ext cx="8488362" cy="31908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85788" y="3663950"/>
          <a:ext cx="473392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2" imgW="2032000" imgH="431800" progId="Equation.KSEE3">
                  <p:embed/>
                </p:oleObj>
              </mc:Choice>
              <mc:Fallback>
                <p:oleObj name="" r:id="rId2" imgW="2032000" imgH="431800" progId="Equation.KSEE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5788" y="3663950"/>
                        <a:ext cx="4733925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19713" y="3255963"/>
          <a:ext cx="3255962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4" imgW="1397000" imgH="609600" progId="Equation.KSEE3">
                  <p:embed/>
                </p:oleObj>
              </mc:Choice>
              <mc:Fallback>
                <p:oleObj name="" r:id="rId4" imgW="1397000" imgH="609600" progId="Equation.KSEE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19713" y="3255963"/>
                        <a:ext cx="3255962" cy="1311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9588" y="4972050"/>
          <a:ext cx="159702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6" imgW="685800" imgH="444500" progId="Equation.KSEE3">
                  <p:embed/>
                </p:oleObj>
              </mc:Choice>
              <mc:Fallback>
                <p:oleObj name="" r:id="rId6" imgW="685800" imgH="444500" progId="Equation.KSEE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9588" y="4972050"/>
                        <a:ext cx="1597025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55825" y="4975225"/>
          <a:ext cx="235743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8" imgW="1193800" imgH="431800" progId="Equation.KSEE3">
                  <p:embed/>
                </p:oleObj>
              </mc:Choice>
              <mc:Fallback>
                <p:oleObj name="" r:id="rId8" imgW="1193800" imgH="431800" progId="Equation.KSEE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55825" y="4975225"/>
                        <a:ext cx="2357438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35188" y="5927725"/>
          <a:ext cx="7715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0" imgW="330200" imgH="165100" progId="Equation.KSEE3">
                  <p:embed/>
                </p:oleObj>
              </mc:Choice>
              <mc:Fallback>
                <p:oleObj name="" r:id="rId10" imgW="330200" imgH="165100" progId="Equation.KSEE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35188" y="5927725"/>
                        <a:ext cx="77152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51388" y="4975225"/>
          <a:ext cx="1598612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2" imgW="685800" imgH="444500" progId="Equation.KSEE3">
                  <p:embed/>
                </p:oleObj>
              </mc:Choice>
              <mc:Fallback>
                <p:oleObj name="" r:id="rId12" imgW="685800" imgH="444500" progId="Equation.KSEE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51388" y="4975225"/>
                        <a:ext cx="1598612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50000" y="5030788"/>
          <a:ext cx="235743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4" imgW="1193800" imgH="405765" progId="Equation.KSEE3">
                  <p:embed/>
                </p:oleObj>
              </mc:Choice>
              <mc:Fallback>
                <p:oleObj name="" r:id="rId14" imgW="1193800" imgH="405765" progId="Equation.KSEE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350000" y="5030788"/>
                        <a:ext cx="2357438" cy="871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453188" y="6042025"/>
          <a:ext cx="5635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6" imgW="241300" imgH="165100" progId="Equation.KSEE3">
                  <p:embed/>
                </p:oleObj>
              </mc:Choice>
              <mc:Fallback>
                <p:oleObj name="" r:id="rId16" imgW="241300" imgH="165100" progId="Equation.KSEE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453188" y="6042025"/>
                        <a:ext cx="563562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0417" name="图片 1689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54025"/>
            <a:ext cx="5715000" cy="53657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8965" name="图片 1689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66800"/>
            <a:ext cx="1905000" cy="10223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8966" name="图片 1689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066800"/>
            <a:ext cx="2286000" cy="97472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8967" name="图片 1689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982788"/>
            <a:ext cx="8686800" cy="658812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8968" name="图片 1689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2895600"/>
            <a:ext cx="3581400" cy="2052638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8969" name="图片 1689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667000"/>
            <a:ext cx="1600200" cy="569913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276" name="图片 542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219200"/>
            <a:ext cx="1752600" cy="4826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4277" name="图片 542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219200"/>
            <a:ext cx="6629400" cy="49212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4278" name="图片 542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8800"/>
            <a:ext cx="3352800" cy="57467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4279" name="图片 542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828800"/>
            <a:ext cx="2667000" cy="47307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4280" name="图片 542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971800"/>
            <a:ext cx="8915400" cy="2438400"/>
          </a:xfrm>
          <a:prstGeom prst="rect">
            <a:avLst/>
          </a:prstGeom>
          <a:noFill/>
          <a:ln w="12700">
            <a:noFill/>
          </a:ln>
        </p:spPr>
      </p:pic>
      <p:graphicFrame>
        <p:nvGraphicFramePr>
          <p:cNvPr id="54281" name="对象 54280"/>
          <p:cNvGraphicFramePr/>
          <p:nvPr/>
        </p:nvGraphicFramePr>
        <p:xfrm>
          <a:off x="1676400" y="5638800"/>
          <a:ext cx="47974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6" imgW="2298700" imgH="228600" progId="Equation.3">
                  <p:embed/>
                </p:oleObj>
              </mc:Choice>
              <mc:Fallback>
                <p:oleObj name="" r:id="rId6" imgW="2298700" imgH="2286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76400" y="5638800"/>
                        <a:ext cx="4797425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对象 54281"/>
          <p:cNvGraphicFramePr/>
          <p:nvPr/>
        </p:nvGraphicFramePr>
        <p:xfrm>
          <a:off x="990600" y="2362200"/>
          <a:ext cx="33147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8" imgW="1587500" imgH="228600" progId="Equation.3">
                  <p:embed/>
                </p:oleObj>
              </mc:Choice>
              <mc:Fallback>
                <p:oleObj name="" r:id="rId8" imgW="1587500" imgH="2286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90600" y="2362200"/>
                        <a:ext cx="331470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48" name="图片 542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57200"/>
            <a:ext cx="2667000" cy="56515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2465" name="图片 552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306388"/>
            <a:ext cx="8991600" cy="44196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63489" name="图片 563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699000"/>
            <a:ext cx="8662988" cy="154305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3844288" y="5719444"/>
            <a:ext cx="3014346" cy="52197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chemeClr val="accent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偏导连续必可微</a:t>
            </a:r>
            <a:endParaRPr kumimoji="0" lang="zh-CN" altLang="en-US" sz="2800" kern="1200" cap="none" spc="0" normalizeH="0" baseline="0" noProof="1">
              <a:solidFill>
                <a:schemeClr val="accent4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4" name="文本框 32773"/>
          <p:cNvSpPr txBox="1"/>
          <p:nvPr/>
        </p:nvSpPr>
        <p:spPr>
          <a:xfrm>
            <a:off x="46038" y="357188"/>
            <a:ext cx="1066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2775" name="对象 32774"/>
          <p:cNvGraphicFramePr/>
          <p:nvPr/>
        </p:nvGraphicFramePr>
        <p:xfrm>
          <a:off x="820738" y="441325"/>
          <a:ext cx="50927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5088255" imgH="405765" progId="Equation.3">
                  <p:embed/>
                </p:oleObj>
              </mc:Choice>
              <mc:Fallback>
                <p:oleObj name="" r:id="rId1" imgW="5088255" imgH="405765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0738" y="441325"/>
                        <a:ext cx="5092700" cy="40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对象 32775"/>
          <p:cNvGraphicFramePr/>
          <p:nvPr/>
        </p:nvGraphicFramePr>
        <p:xfrm>
          <a:off x="1303338" y="892175"/>
          <a:ext cx="56007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3" imgW="5595620" imgH="405765" progId="Equation.3">
                  <p:embed/>
                </p:oleObj>
              </mc:Choice>
              <mc:Fallback>
                <p:oleObj name="" r:id="rId3" imgW="5595620" imgH="405765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3338" y="892175"/>
                        <a:ext cx="5600700" cy="40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对象 32776"/>
          <p:cNvGraphicFramePr/>
          <p:nvPr/>
        </p:nvGraphicFramePr>
        <p:xfrm>
          <a:off x="4710113" y="1335088"/>
          <a:ext cx="3873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5" imgW="3871595" imgH="393700" progId="Equation.3">
                  <p:embed/>
                </p:oleObj>
              </mc:Choice>
              <mc:Fallback>
                <p:oleObj name="" r:id="rId5" imgW="3871595" imgH="3937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0113" y="1335088"/>
                        <a:ext cx="387350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4" name="对象 33793"/>
          <p:cNvGraphicFramePr/>
          <p:nvPr/>
        </p:nvGraphicFramePr>
        <p:xfrm>
          <a:off x="771525" y="1727200"/>
          <a:ext cx="51435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7" imgW="2184400" imgH="203200" progId="Equation.3">
                  <p:embed/>
                </p:oleObj>
              </mc:Choice>
              <mc:Fallback>
                <p:oleObj name="" r:id="rId7" imgW="2184400" imgH="2032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1525" y="1727200"/>
                        <a:ext cx="5143500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对象 33794"/>
          <p:cNvGraphicFramePr/>
          <p:nvPr/>
        </p:nvGraphicFramePr>
        <p:xfrm>
          <a:off x="871538" y="2317750"/>
          <a:ext cx="394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9" imgW="3949700" imgH="457200" progId="Equation.3">
                  <p:embed/>
                </p:oleObj>
              </mc:Choice>
              <mc:Fallback>
                <p:oleObj name="" r:id="rId9" imgW="3949700" imgH="4572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71538" y="2317750"/>
                        <a:ext cx="39497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对象 33795"/>
          <p:cNvGraphicFramePr/>
          <p:nvPr/>
        </p:nvGraphicFramePr>
        <p:xfrm>
          <a:off x="5249863" y="2317750"/>
          <a:ext cx="172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1" imgW="1727200" imgH="457200" progId="Equation.3">
                  <p:embed/>
                </p:oleObj>
              </mc:Choice>
              <mc:Fallback>
                <p:oleObj name="" r:id="rId11" imgW="1727200" imgH="4572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49863" y="2317750"/>
                        <a:ext cx="17272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对象 33797"/>
          <p:cNvGraphicFramePr/>
          <p:nvPr/>
        </p:nvGraphicFramePr>
        <p:xfrm>
          <a:off x="871538" y="2836863"/>
          <a:ext cx="317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3" imgW="3175000" imgH="457200" progId="Equation.3">
                  <p:embed/>
                </p:oleObj>
              </mc:Choice>
              <mc:Fallback>
                <p:oleObj name="" r:id="rId13" imgW="3175000" imgH="4572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71538" y="2836863"/>
                        <a:ext cx="31750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" name="文本框 33798"/>
          <p:cNvSpPr txBox="1"/>
          <p:nvPr/>
        </p:nvSpPr>
        <p:spPr>
          <a:xfrm>
            <a:off x="4618038" y="4575175"/>
            <a:ext cx="4419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（依偏导数的连续性）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3800" name="对象 33799"/>
          <p:cNvGraphicFramePr/>
          <p:nvPr/>
        </p:nvGraphicFramePr>
        <p:xfrm>
          <a:off x="3367088" y="3813175"/>
          <a:ext cx="54927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5" imgW="5273040" imgH="594360" progId="Word.Document.8">
                  <p:embed/>
                </p:oleObj>
              </mc:Choice>
              <mc:Fallback>
                <p:oleObj name="" r:id="rId15" imgW="5273040" imgH="594360" progId="Word.Document.8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67088" y="3813175"/>
                        <a:ext cx="5492750" cy="60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对象 33804"/>
          <p:cNvGraphicFramePr/>
          <p:nvPr/>
        </p:nvGraphicFramePr>
        <p:xfrm>
          <a:off x="820738" y="3406775"/>
          <a:ext cx="54864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7" imgW="5273040" imgH="594360" progId="Word.Document.8">
                  <p:embed/>
                </p:oleObj>
              </mc:Choice>
              <mc:Fallback>
                <p:oleObj name="" r:id="rId17" imgW="5273040" imgH="594360" progId="Word.Document.8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0738" y="3406775"/>
                        <a:ext cx="5486400" cy="617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0" name="文本框 34829"/>
          <p:cNvSpPr txBox="1"/>
          <p:nvPr/>
        </p:nvSpPr>
        <p:spPr>
          <a:xfrm>
            <a:off x="912813" y="4470400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同理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4831" name="对象 34830"/>
          <p:cNvGraphicFramePr/>
          <p:nvPr/>
        </p:nvGraphicFramePr>
        <p:xfrm>
          <a:off x="712788" y="4527550"/>
          <a:ext cx="34925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9" imgW="3489325" imgH="405765" progId="Equation.3">
                  <p:embed/>
                </p:oleObj>
              </mc:Choice>
              <mc:Fallback>
                <p:oleObj name="" r:id="rId19" imgW="3489325" imgH="40576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2788" y="4527550"/>
                        <a:ext cx="3492500" cy="40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2" name="对象 34831"/>
          <p:cNvGraphicFramePr/>
          <p:nvPr/>
        </p:nvGraphicFramePr>
        <p:xfrm>
          <a:off x="4352925" y="4494213"/>
          <a:ext cx="3035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21" imgW="3035300" imgH="469900" progId="Equation.3">
                  <p:embed/>
                </p:oleObj>
              </mc:Choice>
              <mc:Fallback>
                <p:oleObj name="" r:id="rId21" imgW="3035300" imgH="4699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52925" y="4494213"/>
                        <a:ext cx="30353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3" name="对象 34832"/>
          <p:cNvGraphicFramePr/>
          <p:nvPr/>
        </p:nvGraphicFramePr>
        <p:xfrm>
          <a:off x="5122863" y="5094288"/>
          <a:ext cx="34607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23" imgW="3444240" imgH="599440" progId="Word.Document.8">
                  <p:embed/>
                </p:oleObj>
              </mc:Choice>
              <mc:Fallback>
                <p:oleObj name="" r:id="rId23" imgW="3444240" imgH="599440" progId="Word.Document.8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122863" y="5094288"/>
                        <a:ext cx="3460750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8" name="对象 34817"/>
          <p:cNvGraphicFramePr/>
          <p:nvPr/>
        </p:nvGraphicFramePr>
        <p:xfrm>
          <a:off x="1535113" y="5730875"/>
          <a:ext cx="317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25" imgW="3175000" imgH="457200" progId="Equation.3">
                  <p:embed/>
                </p:oleObj>
              </mc:Choice>
              <mc:Fallback>
                <p:oleObj name="" r:id="rId25" imgW="3175000" imgH="4572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35113" y="5730875"/>
                        <a:ext cx="31750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对象 34818"/>
          <p:cNvGraphicFramePr/>
          <p:nvPr/>
        </p:nvGraphicFramePr>
        <p:xfrm>
          <a:off x="4710113" y="5705475"/>
          <a:ext cx="3124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26" imgW="3124200" imgH="508000" progId="Equation.3">
                  <p:embed/>
                </p:oleObj>
              </mc:Choice>
              <mc:Fallback>
                <p:oleObj name="" r:id="rId26" imgW="3124200" imgH="5080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710113" y="5705475"/>
                        <a:ext cx="31242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对象 34819"/>
          <p:cNvGraphicFramePr/>
          <p:nvPr/>
        </p:nvGraphicFramePr>
        <p:xfrm>
          <a:off x="638175" y="5772150"/>
          <a:ext cx="8223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28" imgW="330200" imgH="177165" progId="Equation.3">
                  <p:embed/>
                </p:oleObj>
              </mc:Choice>
              <mc:Fallback>
                <p:oleObj name="" r:id="rId28" imgW="330200" imgH="177165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38175" y="5772150"/>
                        <a:ext cx="822325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6325" name="图片 563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675"/>
            <a:ext cx="9144000" cy="990600"/>
          </a:xfrm>
          <a:prstGeom prst="rect">
            <a:avLst/>
          </a:prstGeom>
          <a:noFill/>
          <a:ln w="12700">
            <a:noFill/>
          </a:ln>
        </p:spPr>
      </p:pic>
      <p:graphicFrame>
        <p:nvGraphicFramePr>
          <p:cNvPr id="56327" name="对象 56326"/>
          <p:cNvGraphicFramePr/>
          <p:nvPr/>
        </p:nvGraphicFramePr>
        <p:xfrm>
          <a:off x="608013" y="1311275"/>
          <a:ext cx="609758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2" imgW="2755900" imgH="457200" progId="Equation.3">
                  <p:embed/>
                </p:oleObj>
              </mc:Choice>
              <mc:Fallback>
                <p:oleObj name="" r:id="rId2" imgW="2755900" imgH="4572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8013" y="1311275"/>
                        <a:ext cx="6097587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90488" y="2381250"/>
          <a:ext cx="89630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4" imgW="4051300" imgH="457200" progId="Equation.3">
                  <p:embed/>
                </p:oleObj>
              </mc:Choice>
              <mc:Fallback>
                <p:oleObj name="" r:id="rId4" imgW="4051300" imgH="4572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488" y="2381250"/>
                        <a:ext cx="8963025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257175" y="3503613"/>
          <a:ext cx="48609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6" imgW="2197100" imgH="292100" progId="Equation.3">
                  <p:embed/>
                </p:oleObj>
              </mc:Choice>
              <mc:Fallback>
                <p:oleObj name="" r:id="rId6" imgW="2197100" imgH="2921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7175" y="3503613"/>
                        <a:ext cx="4860925" cy="63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76884" y="4424680"/>
            <a:ext cx="3014341" cy="52197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chemeClr val="accent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可微必连续</a:t>
            </a:r>
            <a:endParaRPr kumimoji="0" lang="zh-CN" altLang="en-US" sz="2800" kern="1200" cap="none" spc="0" normalizeH="0" baseline="0" noProof="1">
              <a:solidFill>
                <a:schemeClr val="accent4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5537" name="组合 82945"/>
          <p:cNvGrpSpPr/>
          <p:nvPr/>
        </p:nvGrpSpPr>
        <p:grpSpPr>
          <a:xfrm>
            <a:off x="2900363" y="2036763"/>
            <a:ext cx="528637" cy="941387"/>
            <a:chOff x="1827" y="1663"/>
            <a:chExt cx="333" cy="593"/>
          </a:xfrm>
        </p:grpSpPr>
        <p:sp>
          <p:nvSpPr>
            <p:cNvPr id="65538" name="直接连接符 82946"/>
            <p:cNvSpPr/>
            <p:nvPr/>
          </p:nvSpPr>
          <p:spPr>
            <a:xfrm>
              <a:off x="1827" y="1663"/>
              <a:ext cx="333" cy="593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5539" name="直接连接符 82947"/>
            <p:cNvSpPr/>
            <p:nvPr/>
          </p:nvSpPr>
          <p:spPr>
            <a:xfrm flipH="1">
              <a:off x="1920" y="1759"/>
              <a:ext cx="99" cy="353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540" name="直接连接符 82948"/>
          <p:cNvSpPr/>
          <p:nvPr/>
        </p:nvSpPr>
        <p:spPr>
          <a:xfrm>
            <a:off x="3348038" y="1558925"/>
            <a:ext cx="168275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65541" name="组合 82949"/>
          <p:cNvGrpSpPr/>
          <p:nvPr/>
        </p:nvGrpSpPr>
        <p:grpSpPr>
          <a:xfrm>
            <a:off x="3348038" y="1373188"/>
            <a:ext cx="1682750" cy="609600"/>
            <a:chOff x="2109" y="1389"/>
            <a:chExt cx="1060" cy="384"/>
          </a:xfrm>
        </p:grpSpPr>
        <p:sp>
          <p:nvSpPr>
            <p:cNvPr id="65542" name="直接连接符 82950"/>
            <p:cNvSpPr/>
            <p:nvPr/>
          </p:nvSpPr>
          <p:spPr>
            <a:xfrm>
              <a:off x="2109" y="1643"/>
              <a:ext cx="1060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65543" name="直接连接符 82951"/>
            <p:cNvSpPr/>
            <p:nvPr/>
          </p:nvSpPr>
          <p:spPr>
            <a:xfrm>
              <a:off x="2562" y="1389"/>
              <a:ext cx="144" cy="384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82953" name="组合 82952"/>
          <p:cNvGrpSpPr/>
          <p:nvPr/>
        </p:nvGrpSpPr>
        <p:grpSpPr>
          <a:xfrm>
            <a:off x="4537075" y="3625850"/>
            <a:ext cx="498475" cy="700088"/>
            <a:chOff x="2858" y="2592"/>
            <a:chExt cx="314" cy="510"/>
          </a:xfrm>
        </p:grpSpPr>
        <p:sp>
          <p:nvSpPr>
            <p:cNvPr id="65545" name="直接连接符 82953"/>
            <p:cNvSpPr/>
            <p:nvPr/>
          </p:nvSpPr>
          <p:spPr>
            <a:xfrm>
              <a:off x="3015" y="2592"/>
              <a:ext cx="0" cy="51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5546" name="直接连接符 82954"/>
            <p:cNvSpPr/>
            <p:nvPr/>
          </p:nvSpPr>
          <p:spPr>
            <a:xfrm>
              <a:off x="2858" y="2788"/>
              <a:ext cx="314" cy="118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65547" name="肘形连接符 82955"/>
          <p:cNvCxnSpPr/>
          <p:nvPr/>
        </p:nvCxnSpPr>
        <p:spPr>
          <a:xfrm flipV="1">
            <a:off x="5334000" y="1987550"/>
            <a:ext cx="925513" cy="1249363"/>
          </a:xfrm>
          <a:prstGeom prst="bentConnector2">
            <a:avLst/>
          </a:prstGeom>
          <a:ln w="57150" cap="flat" cmpd="sng">
            <a:solidFill>
              <a:srgbClr val="008000"/>
            </a:solidFill>
            <a:prstDash val="solid"/>
            <a:miter/>
            <a:headEnd type="none" w="med" len="med"/>
            <a:tailEnd type="triangle" w="med" len="med"/>
          </a:ln>
        </p:spPr>
      </p:cxnSp>
      <p:sp>
        <p:nvSpPr>
          <p:cNvPr id="65548" name="直接连接符 82956"/>
          <p:cNvSpPr/>
          <p:nvPr/>
        </p:nvSpPr>
        <p:spPr>
          <a:xfrm flipV="1">
            <a:off x="3930650" y="3605213"/>
            <a:ext cx="0" cy="685800"/>
          </a:xfrm>
          <a:prstGeom prst="line">
            <a:avLst/>
          </a:prstGeom>
          <a:ln w="57150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65549" name="组合 82957"/>
          <p:cNvGrpSpPr/>
          <p:nvPr/>
        </p:nvGrpSpPr>
        <p:grpSpPr>
          <a:xfrm flipH="1">
            <a:off x="5122863" y="2036763"/>
            <a:ext cx="528637" cy="941387"/>
            <a:chOff x="1827" y="1663"/>
            <a:chExt cx="333" cy="593"/>
          </a:xfrm>
        </p:grpSpPr>
        <p:sp>
          <p:nvSpPr>
            <p:cNvPr id="65550" name="直接连接符 82958"/>
            <p:cNvSpPr/>
            <p:nvPr/>
          </p:nvSpPr>
          <p:spPr>
            <a:xfrm>
              <a:off x="1827" y="1663"/>
              <a:ext cx="333" cy="593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5551" name="直接连接符 82959"/>
            <p:cNvSpPr/>
            <p:nvPr/>
          </p:nvSpPr>
          <p:spPr>
            <a:xfrm flipH="1">
              <a:off x="1920" y="1759"/>
              <a:ext cx="99" cy="353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65552" name="肘形连接符 82960"/>
          <p:cNvCxnSpPr/>
          <p:nvPr/>
        </p:nvCxnSpPr>
        <p:spPr>
          <a:xfrm rot="5400000" flipH="1">
            <a:off x="2133600" y="2139950"/>
            <a:ext cx="1295400" cy="990600"/>
          </a:xfrm>
          <a:prstGeom prst="bentConnector3">
            <a:avLst>
              <a:gd name="adj1" fmla="val 977"/>
            </a:avLst>
          </a:prstGeom>
          <a:ln w="57150" cap="flat" cmpd="sng">
            <a:solidFill>
              <a:srgbClr val="008000"/>
            </a:solidFill>
            <a:prstDash val="solid"/>
            <a:miter/>
            <a:headEnd type="none" w="med" len="med"/>
            <a:tailEnd type="triangle" w="med" len="med"/>
          </a:ln>
        </p:spPr>
      </p:cxnSp>
      <p:grpSp>
        <p:nvGrpSpPr>
          <p:cNvPr id="65553" name="组合 82962"/>
          <p:cNvGrpSpPr/>
          <p:nvPr/>
        </p:nvGrpSpPr>
        <p:grpSpPr>
          <a:xfrm>
            <a:off x="1187450" y="1228725"/>
            <a:ext cx="6840538" cy="3744913"/>
            <a:chOff x="748" y="1298"/>
            <a:chExt cx="4309" cy="2359"/>
          </a:xfrm>
        </p:grpSpPr>
        <p:grpSp>
          <p:nvGrpSpPr>
            <p:cNvPr id="65554" name="组合 82963"/>
            <p:cNvGrpSpPr/>
            <p:nvPr/>
          </p:nvGrpSpPr>
          <p:grpSpPr>
            <a:xfrm>
              <a:off x="748" y="1298"/>
              <a:ext cx="1270" cy="400"/>
              <a:chOff x="748" y="1298"/>
              <a:chExt cx="1270" cy="400"/>
            </a:xfrm>
          </p:grpSpPr>
          <p:sp>
            <p:nvSpPr>
              <p:cNvPr id="65555" name="矩形 82964"/>
              <p:cNvSpPr/>
              <p:nvPr/>
            </p:nvSpPr>
            <p:spPr>
              <a:xfrm>
                <a:off x="748" y="1314"/>
                <a:ext cx="1248" cy="384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ClrTx/>
                  <a:buFontTx/>
                </a:pP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66" name="文本框 82965"/>
              <p:cNvSpPr txBox="1"/>
              <p:nvPr/>
            </p:nvSpPr>
            <p:spPr>
              <a:xfrm>
                <a:off x="796" y="1298"/>
                <a:ext cx="1222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3200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函数连续</a:t>
                </a:r>
                <a:endParaRPr kumimoji="0" lang="zh-CN" altLang="en-US" sz="3200" kern="1200" cap="none" spc="0" normalizeH="0" baseline="0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5557" name="组合 82966"/>
            <p:cNvGrpSpPr/>
            <p:nvPr/>
          </p:nvGrpSpPr>
          <p:grpSpPr>
            <a:xfrm>
              <a:off x="3244" y="1327"/>
              <a:ext cx="1813" cy="384"/>
              <a:chOff x="3244" y="1327"/>
              <a:chExt cx="1813" cy="384"/>
            </a:xfrm>
          </p:grpSpPr>
          <p:sp>
            <p:nvSpPr>
              <p:cNvPr id="65558" name="矩形 82967"/>
              <p:cNvSpPr/>
              <p:nvPr/>
            </p:nvSpPr>
            <p:spPr>
              <a:xfrm>
                <a:off x="3244" y="1327"/>
                <a:ext cx="1723" cy="384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ClrTx/>
                  <a:buFontTx/>
                </a:pP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200" name="文本框 82968"/>
              <p:cNvSpPr txBox="1"/>
              <p:nvPr/>
            </p:nvSpPr>
            <p:spPr>
              <a:xfrm>
                <a:off x="3279" y="1327"/>
                <a:ext cx="1778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3200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函数偏导存在</a:t>
                </a:r>
                <a:endParaRPr kumimoji="0" lang="zh-CN" altLang="en-US" sz="3200" kern="1200" cap="none" spc="0" normalizeH="0" baseline="0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5560" name="组合 82969"/>
            <p:cNvGrpSpPr/>
            <p:nvPr/>
          </p:nvGrpSpPr>
          <p:grpSpPr>
            <a:xfrm>
              <a:off x="2103" y="2387"/>
              <a:ext cx="1503" cy="391"/>
              <a:chOff x="2022" y="2315"/>
              <a:chExt cx="1503" cy="391"/>
            </a:xfrm>
          </p:grpSpPr>
          <p:sp>
            <p:nvSpPr>
              <p:cNvPr id="50202" name="文本框 82970"/>
              <p:cNvSpPr txBox="1"/>
              <p:nvPr/>
            </p:nvSpPr>
            <p:spPr>
              <a:xfrm>
                <a:off x="2072" y="2315"/>
                <a:ext cx="1453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3200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函数可微</a:t>
                </a:r>
                <a:endParaRPr kumimoji="0" lang="zh-CN" altLang="en-US" sz="3200" kern="1200" cap="none" spc="0" normalizeH="0" baseline="0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562" name="矩形 82971"/>
              <p:cNvSpPr/>
              <p:nvPr/>
            </p:nvSpPr>
            <p:spPr>
              <a:xfrm>
                <a:off x="2022" y="2322"/>
                <a:ext cx="1248" cy="384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ClrTx/>
                  <a:buFontTx/>
                </a:pP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5563" name="组合 82972"/>
            <p:cNvGrpSpPr/>
            <p:nvPr/>
          </p:nvGrpSpPr>
          <p:grpSpPr>
            <a:xfrm>
              <a:off x="2002" y="3263"/>
              <a:ext cx="1558" cy="394"/>
              <a:chOff x="1926" y="3103"/>
              <a:chExt cx="1558" cy="394"/>
            </a:xfrm>
          </p:grpSpPr>
          <p:sp>
            <p:nvSpPr>
              <p:cNvPr id="50205" name="文本框 82973"/>
              <p:cNvSpPr txBox="1"/>
              <p:nvPr/>
            </p:nvSpPr>
            <p:spPr>
              <a:xfrm>
                <a:off x="1926" y="3103"/>
                <a:ext cx="1558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3200" kern="1200" cap="none" spc="0" normalizeH="0" baseline="0" noProof="1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偏导数连续</a:t>
                </a:r>
                <a:endParaRPr kumimoji="0" lang="zh-CN" altLang="en-US" sz="3200" b="0" kern="1200" cap="none" spc="0" normalizeH="0" baseline="0" noProof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206" name="矩形 82974"/>
              <p:cNvSpPr/>
              <p:nvPr/>
            </p:nvSpPr>
            <p:spPr>
              <a:xfrm>
                <a:off x="1927" y="3113"/>
                <a:ext cx="1440" cy="384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5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NTRlOWU1OWFiZTlkMDIxMDc5MTk1MDFjOTRlNGRkZTIifQ=="/>
</p:tagLst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279F"/>
      </a:dk2>
      <a:lt2>
        <a:srgbClr val="919191"/>
      </a:lt2>
      <a:accent1>
        <a:srgbClr val="C0FEF9"/>
      </a:accent1>
      <a:accent2>
        <a:srgbClr val="00AE00"/>
      </a:accent2>
      <a:accent3>
        <a:srgbClr val="FFFFFF"/>
      </a:accent3>
      <a:accent4>
        <a:srgbClr val="000000"/>
      </a:accent4>
      <a:accent5>
        <a:srgbClr val="DCFEFB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35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35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WPS 演示</Application>
  <PresentationFormat>全屏显示(4:3)</PresentationFormat>
  <Paragraphs>28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36</vt:i4>
      </vt:variant>
      <vt:variant>
        <vt:lpstr>幻灯片标题</vt:lpstr>
      </vt:variant>
      <vt:variant>
        <vt:i4>16</vt:i4>
      </vt:variant>
    </vt:vector>
  </HeadingPairs>
  <TitlesOfParts>
    <vt:vector size="60" baseType="lpstr">
      <vt:lpstr>Arial</vt:lpstr>
      <vt:lpstr>宋体</vt:lpstr>
      <vt:lpstr>Wingdings</vt:lpstr>
      <vt:lpstr>Times New Roman</vt:lpstr>
      <vt:lpstr>微软雅黑</vt:lpstr>
      <vt:lpstr>Arial Unicode MS</vt:lpstr>
      <vt:lpstr>黑体</vt:lpstr>
      <vt:lpstr>1_Default Design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Word.Document.8</vt:lpstr>
      <vt:lpstr>Equation.3</vt:lpstr>
      <vt:lpstr>Equation.3</vt:lpstr>
      <vt:lpstr>Equation.KSEE3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Equation.KSEE3</vt:lpstr>
      <vt:lpstr>Equation.3</vt:lpstr>
      <vt:lpstr>Equation.KSEE3</vt:lpstr>
      <vt:lpstr>Equation.KSEE3</vt:lpstr>
      <vt:lpstr>PowerPoint 演示文稿</vt:lpstr>
      <vt:lpstr>Chapter 14</vt:lpstr>
      <vt:lpstr>14.3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  <Pages>28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</dc:title>
  <dc:creator>Thomas</dc:creator>
  <dc:subject>Thomas' Calculus 13th edition</dc:subject>
  <cp:lastModifiedBy>Etein.</cp:lastModifiedBy>
  <cp:revision>492</cp:revision>
  <cp:lastPrinted>2000-05-10T13:32:00Z</cp:lastPrinted>
  <dcterms:created xsi:type="dcterms:W3CDTF">2000-05-09T12:24:00Z</dcterms:created>
  <dcterms:modified xsi:type="dcterms:W3CDTF">2026-03-03T07:40:03Z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3DA2866255844172B354EB3D67129A45_13</vt:lpwstr>
  </property>
</Properties>
</file>